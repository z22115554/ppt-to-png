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400000"/>
            <a:ext cx="10000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41B2B"/>
                </a:solidFill>
              </a:rPr>
              <a:t>1. 封面 Cover</a:t>
            </a:r>
          </a:p>
          <a:p>
            <a:r>
              <a:rPr sz="2400">
                <a:solidFill>
                  <a:srgbClr val="7B879C"/>
                </a:solidFill>
              </a:rPr>
              <a:t>頁面內容 slide content — 測試用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400000"/>
            <a:ext cx="10000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41B2B"/>
                </a:solidFill>
              </a:rPr>
              <a:t>2. 第二頁 目標</a:t>
            </a:r>
          </a:p>
          <a:p>
            <a:r>
              <a:rPr sz="2400">
                <a:solidFill>
                  <a:srgbClr val="7B879C"/>
                </a:solidFill>
              </a:rPr>
              <a:t>頁面內容 slide content — 測試用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400000"/>
            <a:ext cx="10000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41B2B"/>
                </a:solidFill>
              </a:rPr>
              <a:t>3. 第三頁 現況</a:t>
            </a:r>
          </a:p>
          <a:p>
            <a:r>
              <a:rPr sz="2400">
                <a:solidFill>
                  <a:srgbClr val="7B879C"/>
                </a:solidFill>
              </a:rPr>
              <a:t>頁面內容 slide content — 測試用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400000"/>
            <a:ext cx="10000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41B2B"/>
                </a:solidFill>
              </a:rPr>
              <a:t>4. 第四頁 方案</a:t>
            </a:r>
          </a:p>
          <a:p>
            <a:r>
              <a:rPr sz="2400">
                <a:solidFill>
                  <a:srgbClr val="7B879C"/>
                </a:solidFill>
              </a:rPr>
              <a:t>頁面內容 slide content — 測試用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400000"/>
            <a:ext cx="10000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41B2B"/>
                </a:solidFill>
              </a:rPr>
              <a:t>5. 第五頁 時程</a:t>
            </a:r>
          </a:p>
          <a:p>
            <a:r>
              <a:rPr sz="2400">
                <a:solidFill>
                  <a:srgbClr val="7B879C"/>
                </a:solidFill>
              </a:rPr>
              <a:t>頁面內容 slide content — 測試用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400000"/>
            <a:ext cx="10000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41B2B"/>
                </a:solidFill>
              </a:rPr>
              <a:t>6. 第六頁 結語</a:t>
            </a:r>
          </a:p>
          <a:p>
            <a:r>
              <a:rPr sz="2400">
                <a:solidFill>
                  <a:srgbClr val="7B879C"/>
                </a:solidFill>
              </a:rPr>
              <a:t>頁面內容 slide content — 測試用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