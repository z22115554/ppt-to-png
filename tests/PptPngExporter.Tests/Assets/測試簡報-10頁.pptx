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8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000000" cy="2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FFFFFF"/>
                </a:solidFill>
              </a:rPr>
              <a:t>第 1 頁</a:t>
            </a:r>
          </a:p>
          <a:p>
            <a:r>
              <a:rPr sz="3200">
                <a:solidFill>
                  <a:srgbClr val="FFFFFF"/>
                </a:solidFill>
              </a:rPr>
              <a:t>SLIDE 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8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000000" cy="2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FFFFFF"/>
                </a:solidFill>
              </a:rPr>
              <a:t>第 2 頁</a:t>
            </a:r>
          </a:p>
          <a:p>
            <a:r>
              <a:rPr sz="3200">
                <a:solidFill>
                  <a:srgbClr val="FFFFFF"/>
                </a:solidFill>
              </a:rPr>
              <a:t>SLIDE 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23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000000" cy="2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FFFFFF"/>
                </a:solidFill>
              </a:rPr>
              <a:t>第 3 頁</a:t>
            </a:r>
          </a:p>
          <a:p>
            <a:r>
              <a:rPr sz="3200">
                <a:solidFill>
                  <a:srgbClr val="FFFFFF"/>
                </a:solidFill>
              </a:rPr>
              <a:t>SLIDE 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000000" cy="2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FFFFFF"/>
                </a:solidFill>
              </a:rPr>
              <a:t>第 4 頁</a:t>
            </a:r>
          </a:p>
          <a:p>
            <a:r>
              <a:rPr sz="3200">
                <a:solidFill>
                  <a:srgbClr val="FFFFFF"/>
                </a:solidFill>
              </a:rPr>
              <a:t>SLIDE 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87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000000" cy="2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FFFFFF"/>
                </a:solidFill>
              </a:rPr>
              <a:t>第 5 頁</a:t>
            </a:r>
          </a:p>
          <a:p>
            <a:r>
              <a:rPr sz="3200">
                <a:solidFill>
                  <a:srgbClr val="FFFFFF"/>
                </a:solidFill>
              </a:rPr>
              <a:t>SLIDE 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A4F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000000" cy="2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FFFFFF"/>
                </a:solidFill>
              </a:rPr>
              <a:t>第 6 頁</a:t>
            </a:r>
          </a:p>
          <a:p>
            <a:r>
              <a:rPr sz="3200">
                <a:solidFill>
                  <a:srgbClr val="FFFFFF"/>
                </a:solidFill>
              </a:rPr>
              <a:t>SLIDE 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8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000000" cy="2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FFFFFF"/>
                </a:solidFill>
              </a:rPr>
              <a:t>第 7 頁</a:t>
            </a:r>
          </a:p>
          <a:p>
            <a:r>
              <a:rPr sz="3200">
                <a:solidFill>
                  <a:srgbClr val="FFFFFF"/>
                </a:solidFill>
              </a:rPr>
              <a:t>SLIDE 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06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000000" cy="2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FFFFFF"/>
                </a:solidFill>
              </a:rPr>
              <a:t>第 8 頁</a:t>
            </a:r>
          </a:p>
          <a:p>
            <a:r>
              <a:rPr sz="3200">
                <a:solidFill>
                  <a:srgbClr val="FFFFFF"/>
                </a:solidFill>
              </a:rPr>
              <a:t>SLIDE 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000000" cy="2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FFFFFF"/>
                </a:solidFill>
              </a:rPr>
              <a:t>第 9 頁</a:t>
            </a:r>
          </a:p>
          <a:p>
            <a:r>
              <a:rPr sz="3200">
                <a:solidFill>
                  <a:srgbClr val="FFFFFF"/>
                </a:solidFill>
              </a:rPr>
              <a:t>SLIDE 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4A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000000" cy="2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FFFFFF"/>
                </a:solidFill>
              </a:rPr>
              <a:t>第 10 頁</a:t>
            </a:r>
          </a:p>
          <a:p>
            <a:r>
              <a:rPr sz="3200">
                <a:solidFill>
                  <a:srgbClr val="FFFFFF"/>
                </a:solidFill>
              </a:rPr>
              <a:t>SLIDE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